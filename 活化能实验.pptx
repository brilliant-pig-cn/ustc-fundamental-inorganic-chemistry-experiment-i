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1" autoAdjust="0"/>
    <p:restoredTop sz="94660"/>
  </p:normalViewPr>
  <p:slideViewPr>
    <p:cSldViewPr snapToGrid="0">
      <p:cViewPr varScale="1">
        <p:scale>
          <a:sx n="92" d="100"/>
          <a:sy n="92" d="100"/>
        </p:scale>
        <p:origin x="9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3DCD99-2284-23FD-A1AC-A23890963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24BCA3-E58D-C7B5-B5E8-FAB98EA10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717CE8-A493-7CE5-0EE0-047B98C8D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1A31C-27BF-499C-8503-C6F2AEE2EDEE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BD1F63-E567-A3C9-0CE8-22B28DBC4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650CD6-C0DD-5FF4-177C-84F330F13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18C26-8B44-45A8-B2B6-A8AC0DBFF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28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E821F4-7CE8-D2EA-044D-648DE6C7F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0CAB04-5927-64EA-A435-39B796842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171142-6248-309A-38F4-BBFA72468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1A31C-27BF-499C-8503-C6F2AEE2EDEE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AF37CB-E32B-9D2B-3F82-D294E35AA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50EF60-9D06-EB2C-F996-EB7AC36EC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18C26-8B44-45A8-B2B6-A8AC0DBFF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484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E0E033-A816-7B4F-5A6D-BB77AAF38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F81450-BC9D-D0EC-B786-4B9979F37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E750E1-1135-D193-3BEA-1F4DE7579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1A31C-27BF-499C-8503-C6F2AEE2EDEE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857E41-295C-7A1B-6691-37EF6699E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416A50-03A8-F1DC-614B-C648661E5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18C26-8B44-45A8-B2B6-A8AC0DBFF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124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1C513-A47A-C4D2-1580-8CB5BD5FE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5BCD64-93A2-F33C-B259-5D3FFE1FC7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913909-8954-9E93-236C-798DEEDEB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08685C-347E-0FE8-A28B-42E097340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1A31C-27BF-499C-8503-C6F2AEE2EDEE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F901D2-3047-C79B-BFB7-877B436F1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CF97CF-F3EF-B898-4C66-2FDB81C16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18C26-8B44-45A8-B2B6-A8AC0DBFF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811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B69498-16FD-97A8-0030-CA9B56FFF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D74182-5CFD-8E70-C655-D2611892E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27D8D9-C1F0-F566-D1AB-16B5AA338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ECDE785-9547-00A1-7263-2E5DD8419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5815BB-A003-57D4-B105-C6A0823F9B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B9AFBBE-9D00-C2AC-4318-8BC92BE78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1A31C-27BF-499C-8503-C6F2AEE2EDEE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03113CD-A350-A19C-247F-022C36FA9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98EB9B1-EAD1-6938-FE31-1EB260F22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18C26-8B44-45A8-B2B6-A8AC0DBFF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1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DB3137-96C7-4907-206D-94B6C0104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CDD0061-C7B3-5E6B-ECFB-F588E74A1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1A31C-27BF-499C-8503-C6F2AEE2EDEE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D1EFB4-F2F4-EDD2-A4C4-3D590499C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31D8DA-356B-A7B9-07A1-A0CA9FB1D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18C26-8B44-45A8-B2B6-A8AC0DBFF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700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E68B9E-505A-BE89-680B-10859D6EE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1A31C-27BF-499C-8503-C6F2AEE2EDEE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BE459E8-5F38-9493-184C-9760AF73F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2B4386-E0A1-13D3-46E2-D62142A4D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18C26-8B44-45A8-B2B6-A8AC0DBFF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094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F2DB1C-01A5-E8DF-C1ED-C0E8517A7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5647BA-C39C-C228-0F81-52F912578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AA2DF9-DF14-06FB-E262-AAF0B20F1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E74CB4-E26F-9759-D68F-0DD4E665C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1A31C-27BF-499C-8503-C6F2AEE2EDEE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EC5C33-E8AE-9066-3D55-55973F3F2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764FC1-CD9A-20D6-6767-AB50E0E31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18C26-8B44-45A8-B2B6-A8AC0DBFF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501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1D908-8840-C2C5-47C5-410BC9B72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51AF13-E0E9-77A5-1DFA-A1BB0622A8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9F6D10-88D2-17AA-4E8B-B3A4E6282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5101AD-06EE-EEF9-518C-9E1678F88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1A31C-27BF-499C-8503-C6F2AEE2EDEE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C4BB71-777B-E723-C0C7-65CC712CD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B7FCFF-7CF3-A5C7-963C-B788300C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18C26-8B44-45A8-B2B6-A8AC0DBFF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749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51CEFA-A4B6-E000-903C-8BA3FDBF5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7389D7-BD7B-52DA-117F-9D2909083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3FCEFA-C375-1932-197E-C01DEFC56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1A31C-27BF-499C-8503-C6F2AEE2EDEE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D61859-DA3F-9CDC-623D-711C3E6F6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C9A63D-8A48-AA8E-DD6C-79FF97D27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18C26-8B44-45A8-B2B6-A8AC0DBFF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66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1F9072-C660-4CD6-F390-4480607B02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B250B7-1868-ACC6-58ED-6F8982738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B252F0-A568-EF94-38D5-A34E6035A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1A31C-27BF-499C-8503-C6F2AEE2EDEE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21A934-16D5-339C-A15F-C57194017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FE9FFD-BC14-9DD5-1F8B-56CA18355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18C26-8B44-45A8-B2B6-A8AC0DBFF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33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823C6CA-5C34-C21D-50A2-792E0301F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9723B5-C08F-14F0-9A48-53D264EA8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C50D42-7877-02E5-8196-9C04596573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1A31C-27BF-499C-8503-C6F2AEE2EDEE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504196-DC74-1CC8-729C-B08BB3100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51005C-BE6F-AF45-62D8-91B5DABC9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18C26-8B44-45A8-B2B6-A8AC0DBFF1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053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0FA146-E6ED-312D-EB54-4216F9B64E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57FECE-1FD2-2B01-B5BF-F9D9901688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54F5A69-9CE9-6F8E-B6B0-9FA0BFF1E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986"/>
            <a:ext cx="4455622" cy="360860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95D92DF-5583-E8BA-EB07-4C42092A9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1196"/>
            <a:ext cx="4015048" cy="330004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445D85E-37A3-02E8-1339-7C40FF702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0935" y="0"/>
            <a:ext cx="6801065" cy="541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905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明珠 陈</dc:creator>
  <cp:lastModifiedBy>明珠 陈</cp:lastModifiedBy>
  <cp:revision>1</cp:revision>
  <dcterms:created xsi:type="dcterms:W3CDTF">2024-11-20T13:25:29Z</dcterms:created>
  <dcterms:modified xsi:type="dcterms:W3CDTF">2024-11-20T13:28:57Z</dcterms:modified>
</cp:coreProperties>
</file>